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B6AD-6250-B953-3F7F-59AB9BB47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943E5-6D35-30E4-4F3B-3768CEC12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FA4A-7CC7-F1E3-A97F-DF23CAD8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4E92-70F0-DA02-BADF-B5C1066D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0F3B5-861C-5BEA-EDA8-CC5FA6A3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1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0E9B4-490E-C61B-2112-5A597C15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B8018-EE73-DD6A-0C1A-EFF42A0F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4CD8-83ED-45F2-0638-5343FB8B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4BC08-F6DC-0580-0963-EDEE01A1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AB70A-AF78-B721-1A7B-6E1766D3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6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7322-EC45-3A55-7426-893497AE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D44C0-BC44-2755-69E5-1089AE7C8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7B7FE-5656-46B3-221E-3C64535D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FF66B-D66D-8A9C-585A-A3B2D278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08892-109D-D992-27C3-F09AAFE5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8295-398C-D1B1-A12B-7EE2C669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FAC3-3A06-CA18-CD5F-77622FC2D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CE78E-6F95-E982-BD48-E602AFD2D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B89AD-6D54-84A1-4985-4B0699A8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F1B79-438B-C46B-B9A7-AC39E57D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8B947-742D-1F92-BD77-E69BE6E3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6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C003-B37D-E10F-9865-50E740C00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573FA-AA1C-9CEC-6F1E-0A07A96E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9E1C3-03D5-331F-B0E4-EC105545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09923-2227-A87F-BE97-0C0A25FC7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DA531-DD03-A87C-04F0-49941086C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E79B3-E881-BA14-25E2-329C963D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864A-9A8B-704E-D5AB-9C3E59EA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A36E0-EA48-8575-A5CF-E855E05E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22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2031-FEFC-E51D-818A-F9FA65BA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64FB1-5AC8-C94E-9A13-CC1E4B53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C2509-938F-6497-C857-37A8209F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1D84F-CECD-1083-4F21-8182D228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CD355-EE1E-3968-6FDF-BC0DD38A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F0329-1B96-80EB-C3FA-A074FB40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F0C5-6B62-9A74-9978-BECDB87F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5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EE0C-FA50-8D2B-A4BD-43B02980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9B1-8E7D-9407-64F1-95BDBC725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A13C4-F0CA-3882-90C8-F5BFE5068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5FA11-A460-1314-9DDA-CBC1E4517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A5189-50F9-0479-8856-F3E880AE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459E2-6171-95CE-4C6D-40E949DF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1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5511-0764-137A-C3B7-0FF57411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6961F-0159-2849-80FD-CB5F99BFE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B4A0B-9B3A-57C6-8BFA-7B8FE1E79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9D07B-CBA0-5679-D092-E01E931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34D1E-F1F6-5DD7-E862-C6B3F799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A528F-48A8-34F5-B670-1B964519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3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ECA9-4F3E-7832-4E3E-F5A63F6E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CC357-1EF4-9FF7-AB98-911E6B812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CB834-67AE-0F6B-4C08-94097B91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56CA-CFFE-1FA5-A8C1-CB435057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E2C2-78A1-296A-1462-7BBD8DA8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1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761885-B231-5B9E-65F8-D4F016DF8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9C57C-80F7-7602-E63A-C8DF02C1B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A2711-62BD-921E-46AA-2E60ABAF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240D0-7888-E21C-7626-47EA2D4C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64DA3-E01E-E085-B9EB-14F08FFF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0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7506C-EC69-3DE3-081E-D011F98D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7BCC1-C713-E2CB-0EB5-CA618C6DA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E3762-7385-B989-DD5D-4AFB544AF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73364-F260-4CA3-87A2-AD9223A825B6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0DA41-657E-1982-2405-87F199C21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D3C0C-18EE-F1A8-3A88-831D7EDFD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BED6D-8B89-47D7-8D1E-AF312E22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427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Chinh Tran</dc:creator>
  <cp:lastModifiedBy>Chinh Tran</cp:lastModifiedBy>
  <cp:revision>1</cp:revision>
  <dcterms:created xsi:type="dcterms:W3CDTF">2026-05-21T15:22:54Z</dcterms:created>
  <dcterms:modified xsi:type="dcterms:W3CDTF">2026-05-21T15:24:27Z</dcterms:modified>
</cp:coreProperties>
</file>